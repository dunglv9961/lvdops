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934200" cy="9220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E1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8791" autoAdjust="0"/>
  </p:normalViewPr>
  <p:slideViewPr>
    <p:cSldViewPr snapToGrid="0">
      <p:cViewPr varScale="1">
        <p:scale>
          <a:sx n="70" d="100"/>
          <a:sy n="70" d="100"/>
        </p:scale>
        <p:origin x="-130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l" defTabSz="922338">
              <a:defRPr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>
              <a:defRPr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l" defTabSz="922338">
              <a:defRPr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>
              <a:defRPr/>
            </a:lvl1pPr>
          </a:lstStyle>
          <a:p>
            <a:fld id="{1AA825C2-53EE-4E07-AF22-0D52981061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267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E39AA3-0663-4742-ADCD-44D3DBCB3A45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C3BE5-AC20-404C-B887-4DEBA0D2AA2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2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1B6AAF-5465-4704-8C03-72F6639AFF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64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47F9F3-D063-4CBF-8DB8-F5B5001BBA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1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74BF2B-F4D4-4109-8C01-9771E1CE7B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6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9F8EAF-6C41-431C-A6FC-919D5CC653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6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B44E3-7081-432E-85DE-4E0043BF2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6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666183-F4C9-4C39-8D89-688F7FCA9BF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61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CD6EF3-3815-4D3F-A1FA-83ECF58DD3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42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C0F772-41F0-442E-BE55-2C0C49AD74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322B2-93F7-419A-8519-DAF7A96E13A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7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194D0F-FB37-4A06-AC7E-9FA9F21EDFD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56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337FB9E-3644-4898-B537-55E293C0452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gray">
          <a:xfrm>
            <a:off x="7274256" y="3073400"/>
            <a:ext cx="1560182" cy="1371600"/>
          </a:xfrm>
          <a:prstGeom prst="rect">
            <a:avLst/>
          </a:prstGeom>
          <a:solidFill>
            <a:srgbClr val="E1F4FF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 b="1" smtClean="0">
                <a:solidFill>
                  <a:srgbClr val="003399"/>
                </a:solidFill>
                <a:latin typeface="Verdana" pitchFamily="34" charset="0"/>
              </a:rPr>
              <a:t>SUPPORT </a:t>
            </a:r>
          </a:p>
          <a:p>
            <a:r>
              <a:rPr lang="en-US" sz="1600" b="1" smtClean="0">
                <a:solidFill>
                  <a:srgbClr val="003399"/>
                </a:solidFill>
                <a:latin typeface="Verdana" pitchFamily="34" charset="0"/>
              </a:rPr>
              <a:t>REQUEST </a:t>
            </a:r>
          </a:p>
          <a:p>
            <a:r>
              <a:rPr lang="en-US" sz="1600" b="1" smtClean="0">
                <a:solidFill>
                  <a:srgbClr val="003399"/>
                </a:solidFill>
                <a:latin typeface="Verdana" pitchFamily="34" charset="0"/>
              </a:rPr>
              <a:t>CREATED</a:t>
            </a:r>
            <a:endParaRPr lang="en-US" sz="1600" b="1">
              <a:solidFill>
                <a:srgbClr val="003399"/>
              </a:solidFill>
              <a:latin typeface="Verdana" pitchFamily="34" charset="0"/>
            </a:endParaRP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2819399" y="6086475"/>
            <a:ext cx="44548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400" b="1" smtClean="0">
                <a:solidFill>
                  <a:srgbClr val="003399"/>
                </a:solidFill>
                <a:latin typeface="Verdana" pitchFamily="34" charset="0"/>
              </a:rPr>
              <a:t>Using https://support.emc.com/</a:t>
            </a:r>
            <a:endParaRPr lang="en-US" sz="1400" b="1">
              <a:solidFill>
                <a:srgbClr val="003399"/>
              </a:solidFill>
              <a:latin typeface="Verdana" pitchFamily="34" charset="0"/>
            </a:endParaRPr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77788" y="1149349"/>
            <a:ext cx="33528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400" b="1" smtClean="0">
                <a:solidFill>
                  <a:srgbClr val="003399"/>
                </a:solidFill>
                <a:latin typeface="Verdana" pitchFamily="34" charset="0"/>
              </a:rPr>
              <a:t>Call hotline +84 12032266/67</a:t>
            </a:r>
            <a:endParaRPr lang="en-US" sz="1400" b="1">
              <a:solidFill>
                <a:srgbClr val="003399"/>
              </a:solidFill>
              <a:latin typeface="Verdana" pitchFamily="34" charset="0"/>
            </a:endParaRPr>
          </a:p>
        </p:txBody>
      </p:sp>
      <p:sp>
        <p:nvSpPr>
          <p:cNvPr id="2065" name="Text Box 17"/>
          <p:cNvSpPr txBox="1">
            <a:spLocks noChangeArrowheads="1"/>
          </p:cNvSpPr>
          <p:nvPr/>
        </p:nvSpPr>
        <p:spPr bwMode="auto">
          <a:xfrm>
            <a:off x="3987800" y="1149350"/>
            <a:ext cx="328645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400" b="1" smtClean="0">
                <a:solidFill>
                  <a:srgbClr val="003399"/>
                </a:solidFill>
                <a:latin typeface="Verdana" pitchFamily="34" charset="0"/>
              </a:rPr>
              <a:t>Call EMC Vietnam engineer</a:t>
            </a:r>
            <a:endParaRPr lang="en-US" sz="1400" b="1">
              <a:solidFill>
                <a:srgbClr val="003399"/>
              </a:solidFill>
              <a:latin typeface="Verdana" pitchFamily="34" charset="0"/>
            </a:endParaRPr>
          </a:p>
        </p:txBody>
      </p:sp>
      <p:sp>
        <p:nvSpPr>
          <p:cNvPr id="2097" name="Text Box 49"/>
          <p:cNvSpPr txBox="1">
            <a:spLocks noChangeArrowheads="1"/>
          </p:cNvSpPr>
          <p:nvPr/>
        </p:nvSpPr>
        <p:spPr bwMode="auto">
          <a:xfrm>
            <a:off x="774700" y="342900"/>
            <a:ext cx="7480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smtClean="0">
                <a:solidFill>
                  <a:srgbClr val="003399"/>
                </a:solidFill>
                <a:latin typeface="Verdana" pitchFamily="34" charset="0"/>
              </a:rPr>
              <a:t>RAISE SUPPORT REQUEST TO EMC</a:t>
            </a:r>
            <a:endParaRPr lang="en-US" sz="2000">
              <a:solidFill>
                <a:srgbClr val="003399"/>
              </a:solidFill>
              <a:latin typeface="Verdana" pitchFamily="34" charset="0"/>
            </a:endParaRPr>
          </a:p>
        </p:txBody>
      </p:sp>
      <p:sp>
        <p:nvSpPr>
          <p:cNvPr id="2100" name="Line 52"/>
          <p:cNvSpPr>
            <a:spLocks noChangeShapeType="1"/>
          </p:cNvSpPr>
          <p:nvPr/>
        </p:nvSpPr>
        <p:spPr bwMode="auto">
          <a:xfrm>
            <a:off x="245660" y="3759200"/>
            <a:ext cx="702859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4014788" y="2699317"/>
            <a:ext cx="1337291" cy="83099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anchor="ctr" anchorCtr="1">
            <a:spAutoFit/>
          </a:bodyPr>
          <a:lstStyle/>
          <a:p>
            <a:r>
              <a:rPr lang="en-US" smtClean="0">
                <a:latin typeface="Verdana" pitchFamily="34" charset="0"/>
              </a:rPr>
              <a:t>Send email and add more information if needed</a:t>
            </a:r>
            <a:endParaRPr lang="en-US">
              <a:latin typeface="Verdana" pitchFamily="34" charset="0"/>
            </a:endParaRPr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>
            <a:off x="5352080" y="3114815"/>
            <a:ext cx="1253436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3843338" y="1535347"/>
            <a:ext cx="1500188" cy="646331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anchor="ctr" anchorCtr="1">
            <a:spAutoFit/>
          </a:bodyPr>
          <a:lstStyle/>
          <a:p>
            <a:r>
              <a:rPr lang="en-US" smtClean="0">
                <a:latin typeface="Verdana" pitchFamily="34" charset="0"/>
              </a:rPr>
              <a:t>Call and notify issue/problem situation</a:t>
            </a:r>
            <a:endParaRPr lang="en-US">
              <a:latin typeface="Verdana" pitchFamily="34" charset="0"/>
            </a:endParaRPr>
          </a:p>
        </p:txBody>
      </p:sp>
      <p:sp>
        <p:nvSpPr>
          <p:cNvPr id="2102" name="Line 54"/>
          <p:cNvSpPr>
            <a:spLocks noChangeShapeType="1"/>
          </p:cNvSpPr>
          <p:nvPr/>
        </p:nvSpPr>
        <p:spPr bwMode="auto">
          <a:xfrm>
            <a:off x="5343526" y="1858512"/>
            <a:ext cx="770671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245660" y="2944167"/>
            <a:ext cx="2256240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anchor="ctr" anchorCtr="1">
            <a:spAutoFit/>
          </a:bodyPr>
          <a:lstStyle/>
          <a:p>
            <a:r>
              <a:rPr lang="en-US" smtClean="0">
                <a:latin typeface="Verdana" pitchFamily="34" charset="0"/>
              </a:rPr>
              <a:t>Get number of created suport request</a:t>
            </a:r>
            <a:endParaRPr lang="en-US">
              <a:latin typeface="Verdana" pitchFamily="34" charset="0"/>
            </a:endParaRPr>
          </a:p>
        </p:txBody>
      </p:sp>
      <p:sp>
        <p:nvSpPr>
          <p:cNvPr id="2103" name="Line 55"/>
          <p:cNvSpPr>
            <a:spLocks noChangeShapeType="1"/>
          </p:cNvSpPr>
          <p:nvPr/>
        </p:nvSpPr>
        <p:spPr bwMode="auto">
          <a:xfrm>
            <a:off x="2516188" y="3175000"/>
            <a:ext cx="9144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245660" y="2432199"/>
            <a:ext cx="1989540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anchor="ctr" anchorCtr="1">
            <a:spAutoFit/>
          </a:bodyPr>
          <a:lstStyle/>
          <a:p>
            <a:r>
              <a:rPr lang="en-US" smtClean="0">
                <a:latin typeface="Verdana" pitchFamily="34" charset="0"/>
              </a:rPr>
              <a:t>Provide situation of issue/problems</a:t>
            </a:r>
            <a:endParaRPr lang="en-US">
              <a:latin typeface="Verdana" pitchFamily="34" charset="0"/>
            </a:endParaRPr>
          </a:p>
        </p:txBody>
      </p:sp>
      <p:sp>
        <p:nvSpPr>
          <p:cNvPr id="2104" name="Line 56"/>
          <p:cNvSpPr>
            <a:spLocks noChangeShapeType="1"/>
          </p:cNvSpPr>
          <p:nvPr/>
        </p:nvSpPr>
        <p:spPr bwMode="auto">
          <a:xfrm flipV="1">
            <a:off x="2235200" y="2676525"/>
            <a:ext cx="877887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245660" y="1715443"/>
            <a:ext cx="1700615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anchor="ctr" anchorCtr="1">
            <a:spAutoFit/>
          </a:bodyPr>
          <a:lstStyle/>
          <a:p>
            <a:r>
              <a:rPr lang="en-US" smtClean="0">
                <a:latin typeface="Verdana" pitchFamily="34" charset="0"/>
              </a:rPr>
              <a:t>Provide serial number of product</a:t>
            </a:r>
            <a:endParaRPr lang="en-US">
              <a:latin typeface="Verdana" pitchFamily="34" charset="0"/>
            </a:endParaRPr>
          </a:p>
        </p:txBody>
      </p:sp>
      <p:sp>
        <p:nvSpPr>
          <p:cNvPr id="2105" name="Line 57"/>
          <p:cNvSpPr>
            <a:spLocks noChangeShapeType="1"/>
          </p:cNvSpPr>
          <p:nvPr/>
        </p:nvSpPr>
        <p:spPr bwMode="auto">
          <a:xfrm>
            <a:off x="1946275" y="1966392"/>
            <a:ext cx="9144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245660" y="4168666"/>
            <a:ext cx="2707090" cy="646331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anchor="ctr" anchorCtr="1">
            <a:spAutoFit/>
          </a:bodyPr>
          <a:lstStyle/>
          <a:p>
            <a:r>
              <a:rPr lang="en-US" smtClean="0">
                <a:latin typeface="Verdana" pitchFamily="34" charset="0"/>
              </a:rPr>
              <a:t>Fill in information, select product then press Submit button to raise request</a:t>
            </a:r>
            <a:endParaRPr lang="en-US">
              <a:latin typeface="Verdana" pitchFamily="34" charset="0"/>
            </a:endParaRPr>
          </a:p>
        </p:txBody>
      </p:sp>
      <p:sp>
        <p:nvSpPr>
          <p:cNvPr id="2106" name="Line 58"/>
          <p:cNvSpPr>
            <a:spLocks noChangeShapeType="1"/>
          </p:cNvSpPr>
          <p:nvPr/>
        </p:nvSpPr>
        <p:spPr bwMode="auto">
          <a:xfrm>
            <a:off x="2952750" y="4491831"/>
            <a:ext cx="1709738" cy="26194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245660" y="4899432"/>
            <a:ext cx="2588028" cy="27699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 anchor="ctr" anchorCtr="1">
            <a:spAutoFit/>
          </a:bodyPr>
          <a:lstStyle/>
          <a:p>
            <a:r>
              <a:rPr lang="en-US" smtClean="0">
                <a:latin typeface="Verdana" pitchFamily="34" charset="0"/>
              </a:rPr>
              <a:t>Select device in base</a:t>
            </a:r>
            <a:endParaRPr lang="en-US">
              <a:latin typeface="Verdana" pitchFamily="34" charset="0"/>
            </a:endParaRPr>
          </a:p>
        </p:txBody>
      </p:sp>
      <p:sp>
        <p:nvSpPr>
          <p:cNvPr id="2107" name="Line 59"/>
          <p:cNvSpPr>
            <a:spLocks noChangeShapeType="1"/>
          </p:cNvSpPr>
          <p:nvPr/>
        </p:nvSpPr>
        <p:spPr bwMode="auto">
          <a:xfrm>
            <a:off x="2819398" y="5064125"/>
            <a:ext cx="1538289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876300" y="5434013"/>
            <a:ext cx="1333500" cy="2746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anchor="ctr" anchorCtr="1">
            <a:spAutoFit/>
          </a:bodyPr>
          <a:lstStyle/>
          <a:p>
            <a:r>
              <a:rPr lang="en-US" smtClean="0">
                <a:latin typeface="Verdana" pitchFamily="34" charset="0"/>
              </a:rPr>
              <a:t>Log in</a:t>
            </a:r>
            <a:endParaRPr lang="en-US">
              <a:latin typeface="Verdana" pitchFamily="34" charset="0"/>
            </a:endParaRPr>
          </a:p>
        </p:txBody>
      </p:sp>
      <p:sp>
        <p:nvSpPr>
          <p:cNvPr id="2108" name="Line 60"/>
          <p:cNvSpPr>
            <a:spLocks noChangeShapeType="1"/>
          </p:cNvSpPr>
          <p:nvPr/>
        </p:nvSpPr>
        <p:spPr bwMode="auto">
          <a:xfrm>
            <a:off x="2185988" y="5597525"/>
            <a:ext cx="18288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9" name="Line 61"/>
          <p:cNvSpPr>
            <a:spLocks noChangeShapeType="1"/>
          </p:cNvSpPr>
          <p:nvPr/>
        </p:nvSpPr>
        <p:spPr bwMode="auto">
          <a:xfrm>
            <a:off x="5964071" y="1457126"/>
            <a:ext cx="887105" cy="2302074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0" name="Line 62"/>
          <p:cNvSpPr>
            <a:spLocks noChangeShapeType="1"/>
          </p:cNvSpPr>
          <p:nvPr/>
        </p:nvSpPr>
        <p:spPr bwMode="auto">
          <a:xfrm>
            <a:off x="2582863" y="1487488"/>
            <a:ext cx="1260475" cy="218440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1" name="Line 63"/>
          <p:cNvSpPr>
            <a:spLocks noChangeShapeType="1"/>
          </p:cNvSpPr>
          <p:nvPr/>
        </p:nvSpPr>
        <p:spPr bwMode="auto">
          <a:xfrm rot="10800000" flipH="1">
            <a:off x="3886200" y="3873500"/>
            <a:ext cx="1260475" cy="218440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49" y="1140114"/>
            <a:ext cx="272415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004" y="280632"/>
            <a:ext cx="4676775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 bwMode="auto">
          <a:xfrm>
            <a:off x="3316405" y="2210937"/>
            <a:ext cx="614149" cy="476392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94830" y="3766782"/>
            <a:ext cx="4098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Select Service Request or Part Replacement if need to replace fault hardware 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2408" y="335223"/>
            <a:ext cx="2830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mtClean="0">
                <a:solidFill>
                  <a:srgbClr val="FF0000"/>
                </a:solidFill>
              </a:rPr>
              <a:t>Username: </a:t>
            </a:r>
            <a:r>
              <a:rPr lang="en-US">
                <a:solidFill>
                  <a:srgbClr val="FF0000"/>
                </a:solidFill>
              </a:rPr>
              <a:t>dung.le@lgcns.com</a:t>
            </a:r>
          </a:p>
          <a:p>
            <a:pPr algn="l"/>
            <a:r>
              <a:rPr lang="en-US">
                <a:solidFill>
                  <a:srgbClr val="FF0000"/>
                </a:solidFill>
              </a:rPr>
              <a:t>Password</a:t>
            </a:r>
            <a:r>
              <a:rPr lang="en-US">
                <a:solidFill>
                  <a:srgbClr val="FF0000"/>
                </a:solidFill>
              </a:rPr>
              <a:t>: </a:t>
            </a:r>
            <a:r>
              <a:rPr lang="en-US" smtClean="0">
                <a:solidFill>
                  <a:srgbClr val="FF0000"/>
                </a:solidFill>
              </a:rPr>
              <a:t> LGDVH_CNSAdm2017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2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04" y="528424"/>
            <a:ext cx="8305800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6477" y="6261336"/>
            <a:ext cx="8816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Select Account Sites and select LG Display Vietnam Hai Phong then select device(s) need support from list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86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80" y="189435"/>
            <a:ext cx="5372100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00" y="4010664"/>
            <a:ext cx="7991475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813947" y="2618737"/>
            <a:ext cx="3043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Fill in information in summary and description then select problem severity and fill in business impact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69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08" y="270965"/>
            <a:ext cx="803910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99" y="2503085"/>
            <a:ext cx="806767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99" y="5329308"/>
            <a:ext cx="314325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44203" y="5227093"/>
            <a:ext cx="4804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Click Edit Contact Information if you need to change contact information then click Submit Service Request to create SR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91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13" y="286603"/>
            <a:ext cx="8625384" cy="5453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2830" y="5964072"/>
            <a:ext cx="88437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In Support Website we can see information for created suport request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75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use and effect diagram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Cause and effect diagram</Template>
  <TotalTime>102</TotalTime>
  <Words>152</Words>
  <Application>Microsoft Office PowerPoint</Application>
  <PresentationFormat>On-screen Show (4:3)</PresentationFormat>
  <Paragraphs>23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Cause and effect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 Viet Dung</dc:creator>
  <cp:lastModifiedBy>Le Viet Dung</cp:lastModifiedBy>
  <cp:revision>16</cp:revision>
  <dcterms:created xsi:type="dcterms:W3CDTF">2017-08-01T06:34:20Z</dcterms:created>
  <dcterms:modified xsi:type="dcterms:W3CDTF">2017-08-02T01:50:58Z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TC060827371033</vt:lpwstr>
  </property>
</Properties>
</file>